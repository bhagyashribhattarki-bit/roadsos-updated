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7" r:id="rId8"/>
    <p:sldId id="266" r:id="rId9"/>
    <p:sldId id="265" r:id="rId10"/>
    <p:sldId id="264" r:id="rId11"/>
    <p:sldId id="262" r:id="rId12"/>
    <p:sldId id="268" r:id="rId13"/>
    <p:sldId id="270" r:id="rId14"/>
    <p:sldId id="269" r:id="rId15"/>
    <p:sldId id="271" r:id="rId16"/>
    <p:sldId id="273" r:id="rId17"/>
    <p:sldId id="274" r:id="rId18"/>
    <p:sldId id="275" r:id="rId19"/>
    <p:sldId id="276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591C-99F1-54E7-59F6-0AD33B05E7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🚑 </a:t>
            </a:r>
            <a:r>
              <a:rPr lang="en-I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RoadSoS</a:t>
            </a:r>
            <a:b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Emergency Response &amp; Roadside Assistance System</a:t>
            </a:r>
            <a:br>
              <a:rPr lang="en-IN" sz="3200" b="1" dirty="0">
                <a:solidFill>
                  <a:schemeClr val="tx1"/>
                </a:solidFill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5B924-449B-6B12-684E-5DD32864B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👩‍💻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Bhagyashri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Bhattarki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78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7410-F098-B6C5-57A3-439AAB3F1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919FC-2237-FA38-82F2-486260B1E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9807"/>
            <a:ext cx="8596668" cy="42715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During Emergencies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Delayed emergency response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Difficulty sharing live location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Slow communication with hospitals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No centralized emergency platform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Difficulty notifying family members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Increased risk to victims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Delayed medical assistance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Higher accident severity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393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555D-0F5C-EDC1-D927-2CB09D1A6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B5202-FC00-F868-C0CB-1D40C207E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76" y="1678809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RoadSoS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emergency response platform that provides: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Live GPS Tracking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SOS Emergency Alerts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🏥 Nearby Hospitals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🚓 Nearby Police Stations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👨‍👩‍👧 Emergency Contact Management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📞 One-Tap Emergency Calling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🎤 Voice Assistant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☁️ Cloud-Based Infrastructure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510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FDDA4-7619-D335-5042-926769BD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51AF2-AB3C-A035-B0C2-AB7817B19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Reduce emergency response time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Improve road safety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Enable automatic location sharing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Improve communication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Provide instant emergency assistance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Build a scalable cloud solution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41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A03F7-94FA-30B0-9AF5-38063C2D9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16460-6323-A4F3-2B05-9A40B7E34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321" y="1609982"/>
            <a:ext cx="8596668" cy="388077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SOS Alert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Real-Time GPS Tracking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Email-Based Emergency Alerts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👨‍👩‍👧 Emergency Contact Storage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🔐 Firebase Authentication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🎤 Voice Emergency Assistant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Emergency Report Generation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☁️ Cloud Database Integration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895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8F48C-BAA2-3093-7232-A325EDD4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 Feature – One-Tap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C505F-7808-1350-E0FA-CE722FB9B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92" y="1668977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📞 One-Tap Emergency Calling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Numbers Available: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🚑 Ambulance – 108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👮 Police – 100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🔥 Fire Brigade – 101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National Emergency – 112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Faster communication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Reduced response time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Easy access during emergencies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4893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639B5-DE7B-D033-E9F5-EEF6CFBDD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996" b="1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E29ED9-5AD0-FCEF-DD3E-8D6EBC7FA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 Feature – Nearby Hospital Finder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86260-C467-F199-AA17-91E6197E3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🏥 Nearby Hospital Locator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📍 Uses user's live GPS location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🏥 Finds nearby hospitals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🗺️ Opens location on map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✔ Faster medical assistance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✔ Better accessibility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✔ Improved emergency response</a:t>
            </a:r>
          </a:p>
          <a:p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687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0E49-609E-B902-5112-9AF54014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 Feature – Nearby Police Locator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9D67-8C23-F89A-02CE-FC673F395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🚓 Nearby Police Station Finder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Detects current location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🚓 Displays nearby police stations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🗺️ Navigation support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Enhanced safety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Faster reporting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Immediate support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503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D7CE-B5B3-3EAF-4727-2FE83CD0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 Alert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AA95-B500-C659-D4A9-86AE49D07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Smart SOS Alert Workflow</a:t>
            </a:r>
          </a:p>
          <a:p>
            <a:pPr>
              <a:lnSpc>
                <a:spcPct val="9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Presses SOS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Location Captured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Link Generated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Alert Sent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Contact Receives Alert</a:t>
            </a:r>
          </a:p>
          <a:p>
            <a:pPr>
              <a:lnSpc>
                <a:spcPct val="9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>
              <a:lnSpc>
                <a:spcPct val="9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Immediate emergency notification</a:t>
            </a:r>
          </a:p>
          <a:p>
            <a:pPr>
              <a:lnSpc>
                <a:spcPct val="9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Live location sharing</a:t>
            </a:r>
          </a:p>
          <a:p>
            <a:pPr>
              <a:lnSpc>
                <a:spcPct val="90000"/>
              </a:lnSpc>
            </a:pPr>
            <a:endParaRPr lang="en-IN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83A95-A7D5-1CA9-7841-FA144D20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916" y="1065125"/>
            <a:ext cx="5524945" cy="53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38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A79EC-26C7-E132-0AA1-760E81FC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Emergency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8D02A-2FB3-D13E-8B2E-B47AC2E0F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2491"/>
            <a:ext cx="8596668" cy="4428872"/>
          </a:xfrm>
        </p:spPr>
        <p:txBody>
          <a:bodyPr/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🎤 Voice-Based Assistance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🎙️ Voice Input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🤖 Emergency Guidance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⚡ Hands-Free Operation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Useful during critical situations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Improves accessibility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Faster interaction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4C5E77-1834-769F-D1D5-F73D8D2F03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211"/>
          <a:stretch>
            <a:fillRect/>
          </a:stretch>
        </p:blipFill>
        <p:spPr>
          <a:xfrm>
            <a:off x="5817995" y="1798655"/>
            <a:ext cx="6374005" cy="424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37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1506-253E-4FE7-D7D3-52C71972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95FD1-9D23-B5C6-9482-C9F1F7239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2995"/>
            <a:ext cx="8596668" cy="4458368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(HTML, CSS, JavaScript)                     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EmailJS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Contacts</a:t>
            </a:r>
          </a:p>
        </p:txBody>
      </p:sp>
    </p:spTree>
    <p:extLst>
      <p:ext uri="{BB962C8B-B14F-4D97-AF65-F5344CB8AC3E}">
        <p14:creationId xmlns:p14="http://schemas.microsoft.com/office/powerpoint/2010/main" val="1307708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A3461-0C1A-EF62-F086-26A4D17D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E70D-FE82-196C-DFC0-19A849024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5511"/>
            <a:ext cx="8596668" cy="5093108"/>
          </a:xfrm>
        </p:spPr>
        <p:txBody>
          <a:bodyPr>
            <a:normAutofit fontScale="92500" lnSpcReduction="10000"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HTML5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🎨 CSS3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JavaScript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🔥 Firebase Authentication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🔥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🔥 Firebase Hosting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&amp; Services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Geolocation API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EmailJS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🗺️ OpenStreetMap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268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6FA9B-951C-2B83-1330-DA2B50557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E131E-B525-6ADF-396A-46F574CB25E3}"/>
              </a:ext>
            </a:extLst>
          </p:cNvPr>
          <p:cNvSpPr txBox="1"/>
          <p:nvPr/>
        </p:nvSpPr>
        <p:spPr>
          <a:xfrm>
            <a:off x="6416039" y="2160589"/>
            <a:ext cx="417492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Results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Success Rate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100%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A2150F-4F46-4299-2831-291D2C6E65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4179375"/>
              </p:ext>
            </p:extLst>
          </p:nvPr>
        </p:nvGraphicFramePr>
        <p:xfrm>
          <a:off x="757084" y="1807750"/>
          <a:ext cx="5181599" cy="311985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77663">
                  <a:extLst>
                    <a:ext uri="{9D8B030D-6E8A-4147-A177-3AD203B41FA5}">
                      <a16:colId xmlns:a16="http://schemas.microsoft.com/office/drawing/2014/main" val="172451913"/>
                    </a:ext>
                  </a:extLst>
                </a:gridCol>
                <a:gridCol w="2603936">
                  <a:extLst>
                    <a:ext uri="{9D8B030D-6E8A-4147-A177-3AD203B41FA5}">
                      <a16:colId xmlns:a16="http://schemas.microsoft.com/office/drawing/2014/main" val="2252706257"/>
                    </a:ext>
                  </a:extLst>
                </a:gridCol>
              </a:tblGrid>
              <a:tr h="445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</a:t>
                      </a:r>
                    </a:p>
                  </a:txBody>
                  <a:tcPr marL="101294" marR="101294" marT="50647" marB="506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marL="101294" marR="101294" marT="50647" marB="50647" anchor="ctr"/>
                </a:tc>
                <a:extLst>
                  <a:ext uri="{0D108BD9-81ED-4DB2-BD59-A6C34878D82A}">
                    <a16:rowId xmlns:a16="http://schemas.microsoft.com/office/drawing/2014/main" val="7669436"/>
                  </a:ext>
                </a:extLst>
              </a:tr>
              <a:tr h="445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Signup</a:t>
                      </a:r>
                    </a:p>
                  </a:txBody>
                  <a:tcPr marL="101294" marR="101294" marT="50647" marB="506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Pass</a:t>
                      </a:r>
                    </a:p>
                  </a:txBody>
                  <a:tcPr marL="101294" marR="101294" marT="50647" marB="50647" anchor="ctr"/>
                </a:tc>
                <a:extLst>
                  <a:ext uri="{0D108BD9-81ED-4DB2-BD59-A6C34878D82A}">
                    <a16:rowId xmlns:a16="http://schemas.microsoft.com/office/drawing/2014/main" val="3006252773"/>
                  </a:ext>
                </a:extLst>
              </a:tr>
              <a:tr h="445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Login</a:t>
                      </a:r>
                    </a:p>
                  </a:txBody>
                  <a:tcPr marL="101294" marR="101294" marT="50647" marB="506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Pass</a:t>
                      </a:r>
                    </a:p>
                  </a:txBody>
                  <a:tcPr marL="101294" marR="101294" marT="50647" marB="50647" anchor="ctr"/>
                </a:tc>
                <a:extLst>
                  <a:ext uri="{0D108BD9-81ED-4DB2-BD59-A6C34878D82A}">
                    <a16:rowId xmlns:a16="http://schemas.microsoft.com/office/drawing/2014/main" val="2778576255"/>
                  </a:ext>
                </a:extLst>
              </a:tr>
              <a:tr h="445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 Location</a:t>
                      </a:r>
                    </a:p>
                  </a:txBody>
                  <a:tcPr marL="101294" marR="101294" marT="50647" marB="506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Pass</a:t>
                      </a:r>
                    </a:p>
                  </a:txBody>
                  <a:tcPr marL="101294" marR="101294" marT="50647" marB="50647" anchor="ctr"/>
                </a:tc>
                <a:extLst>
                  <a:ext uri="{0D108BD9-81ED-4DB2-BD59-A6C34878D82A}">
                    <a16:rowId xmlns:a16="http://schemas.microsoft.com/office/drawing/2014/main" val="1106515950"/>
                  </a:ext>
                </a:extLst>
              </a:tr>
              <a:tr h="445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SOS Alert</a:t>
                      </a:r>
                    </a:p>
                  </a:txBody>
                  <a:tcPr marL="101294" marR="101294" marT="50647" marB="506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Pass</a:t>
                      </a:r>
                    </a:p>
                  </a:txBody>
                  <a:tcPr marL="101294" marR="101294" marT="50647" marB="50647" anchor="ctr"/>
                </a:tc>
                <a:extLst>
                  <a:ext uri="{0D108BD9-81ED-4DB2-BD59-A6C34878D82A}">
                    <a16:rowId xmlns:a16="http://schemas.microsoft.com/office/drawing/2014/main" val="1917766137"/>
                  </a:ext>
                </a:extLst>
              </a:tr>
              <a:tr h="445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 Contact</a:t>
                      </a:r>
                    </a:p>
                  </a:txBody>
                  <a:tcPr marL="101294" marR="101294" marT="50647" marB="506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Pass</a:t>
                      </a:r>
                    </a:p>
                  </a:txBody>
                  <a:tcPr marL="101294" marR="101294" marT="50647" marB="50647" anchor="ctr"/>
                </a:tc>
                <a:extLst>
                  <a:ext uri="{0D108BD9-81ED-4DB2-BD59-A6C34878D82A}">
                    <a16:rowId xmlns:a16="http://schemas.microsoft.com/office/drawing/2014/main" val="4092152966"/>
                  </a:ext>
                </a:extLst>
              </a:tr>
              <a:tr h="445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 Assistant</a:t>
                      </a:r>
                    </a:p>
                  </a:txBody>
                  <a:tcPr marL="101294" marR="101294" marT="50647" marB="506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Pass</a:t>
                      </a:r>
                    </a:p>
                  </a:txBody>
                  <a:tcPr marL="101294" marR="101294" marT="50647" marB="50647" anchor="ctr"/>
                </a:tc>
                <a:extLst>
                  <a:ext uri="{0D108BD9-81ED-4DB2-BD59-A6C34878D82A}">
                    <a16:rowId xmlns:a16="http://schemas.microsoft.com/office/drawing/2014/main" val="3307301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707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C872-B6B4-2CD9-649A-589C91429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9C2AC-4E7B-068F-EC05-95685D82A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1485"/>
            <a:ext cx="8596668" cy="4369878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🚑 Real-Time Ambulance Tracking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Mobile Application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📨 SMS Emergency Alerts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AI Accident Detection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🔔 Push Notifications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Multi-Language Support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Analytics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542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6733-9887-8DFC-A1DB-E2CC81C4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2134-12BE-0064-FAF1-C62CB2356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9647"/>
            <a:ext cx="8596668" cy="3880773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Faster Emergency Response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Improved Road Safety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Instant Communication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Location-Based Assistance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Better Accessibility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RoadSoS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AI, Cloud Computing, and Location Services can be integrated to provide a reliable and scalable emergency response solution.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695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8975-E21A-169A-C63E-4C6D590EE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🌐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B715A-137C-3194-A188-C003840A5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47" y="1570653"/>
            <a:ext cx="5172859" cy="3880773"/>
          </a:xfrm>
        </p:spPr>
        <p:txBody>
          <a:bodyPr>
            <a:normAutofit fontScale="77500" lnSpcReduction="20000"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Application</a:t>
            </a:r>
          </a:p>
          <a:p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RoadSoS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Live URL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https://roadsos-b7e23.web.app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Platform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🔥 Firebase Hosting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Secure HTTPS Website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Fast Global Access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Cloud-Based Infrastructure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Highly Scalable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Always Available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92407-6308-9BFD-72F2-5446FBA0620E}"/>
              </a:ext>
            </a:extLst>
          </p:cNvPr>
          <p:cNvSpPr txBox="1"/>
          <p:nvPr/>
        </p:nvSpPr>
        <p:spPr>
          <a:xfrm>
            <a:off x="5400093" y="1732116"/>
            <a:ext cx="387390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MVP Successfully Deployed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Ready for Public Access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Functional Prototype Ready for Evaluation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206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E345DBF-C1C3-D383-2DEB-1D118CD51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15" y="781179"/>
            <a:ext cx="4724569" cy="2548312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0DBCF0C5-4E31-29F1-B671-272F87E59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316" y="785085"/>
            <a:ext cx="4732940" cy="2548313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1C869447-A0F3-F331-875A-E292906C1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115" y="3506877"/>
            <a:ext cx="4724569" cy="26126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4996A3-3FCA-468F-97B4-8B9336922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316" y="3524595"/>
            <a:ext cx="4732940" cy="261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0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506BD1-B1F6-54FA-E52C-524E26331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15" y="772532"/>
            <a:ext cx="4724569" cy="25047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D57EC9C-40CA-80A5-C1F7-11A0E3B1D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316" y="772532"/>
            <a:ext cx="4732940" cy="237260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D4B9CC2-FDDE-BE8E-ADF7-35681B513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115" y="3580716"/>
            <a:ext cx="4724569" cy="2789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580034-1621-3BC5-EA72-36B91C23B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1358" y="3524009"/>
            <a:ext cx="4706855" cy="30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19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64C3AA-F95E-3B0A-8857-F263546F0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15" y="933406"/>
            <a:ext cx="4724569" cy="226196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F1C017F-3B42-9EC1-70AE-808312D13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316" y="970894"/>
            <a:ext cx="4732940" cy="222448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925C6EE-C78C-BB40-E452-7D5D0D1A8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115" y="3662627"/>
            <a:ext cx="4724569" cy="2261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7F7829-49A8-D7D1-FD7E-131DDD358D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316" y="3662622"/>
            <a:ext cx="4732940" cy="239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03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037C-EE97-BD99-B0F9-9C3C03FD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22728-7EB3-B3B3-67B9-D62DCE5D5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0150"/>
            <a:ext cx="8596668" cy="3880773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🚑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RoadSoS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 Lives Through Technology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Live Location Sharing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Emergency Alerts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🏥 Quick Access to Help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Feedback?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🙏 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7424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614</Words>
  <Application>Microsoft Office PowerPoint</Application>
  <PresentationFormat>Widescreen</PresentationFormat>
  <Paragraphs>178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Times New Roman</vt:lpstr>
      <vt:lpstr>Trebuchet MS</vt:lpstr>
      <vt:lpstr>Wingdings 3</vt:lpstr>
      <vt:lpstr>Facet</vt:lpstr>
      <vt:lpstr>🚑 RoadSoS AI-Powered Emergency Response &amp; Roadside Assistance System </vt:lpstr>
      <vt:lpstr>Problem Statement </vt:lpstr>
      <vt:lpstr>Our Solution</vt:lpstr>
      <vt:lpstr>Objectives</vt:lpstr>
      <vt:lpstr>Key Features</vt:lpstr>
      <vt:lpstr>Highlight Feature – One-Tap Calling</vt:lpstr>
      <vt:lpstr>Highlight Feature – Nearby Hospital Finder</vt:lpstr>
      <vt:lpstr>Highlight Feature – Nearby Police Locator</vt:lpstr>
      <vt:lpstr>SOS Alert System</vt:lpstr>
      <vt:lpstr>Voice Emergency Assistant</vt:lpstr>
      <vt:lpstr>System Architecture</vt:lpstr>
      <vt:lpstr>Technology Stack</vt:lpstr>
      <vt:lpstr>Testing &amp; Results</vt:lpstr>
      <vt:lpstr>Future Scope</vt:lpstr>
      <vt:lpstr>Impact &amp; Conclusion</vt:lpstr>
      <vt:lpstr>🌐 Deployment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bhagyashribhattarki@outlook.com</dc:creator>
  <cp:lastModifiedBy>bhagyashribhattarki@outlook.com</cp:lastModifiedBy>
  <cp:revision>1</cp:revision>
  <dcterms:created xsi:type="dcterms:W3CDTF">2026-06-22T12:36:49Z</dcterms:created>
  <dcterms:modified xsi:type="dcterms:W3CDTF">2026-06-22T13:21:25Z</dcterms:modified>
</cp:coreProperties>
</file>